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39" r:id="rId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 userDrawn="1">
          <p15:clr>
            <a:srgbClr val="A4A3A4"/>
          </p15:clr>
        </p15:guide>
        <p15:guide id="2" pos="420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manuel Mendoza R" initials="EMR" lastIdx="1" clrIdx="0">
    <p:extLst>
      <p:ext uri="{19B8F6BF-5375-455C-9EA6-DF929625EA0E}">
        <p15:presenceInfo xmlns:p15="http://schemas.microsoft.com/office/powerpoint/2012/main" userId="Emmanuel Mendoza 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90000"/>
    <a:srgbClr val="000000"/>
    <a:srgbClr val="FF6600"/>
    <a:srgbClr val="FF9900"/>
    <a:srgbClr val="CC66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719929-8377-4AB4-804B-66782B78B5E9}" v="1" dt="2026-04-20T16:42:29.4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7" autoAdjust="0"/>
    <p:restoredTop sz="93205" autoAdjust="0"/>
  </p:normalViewPr>
  <p:slideViewPr>
    <p:cSldViewPr showGuides="1">
      <p:cViewPr varScale="1">
        <p:scale>
          <a:sx n="82" d="100"/>
          <a:sy n="82" d="100"/>
        </p:scale>
        <p:origin x="734" y="72"/>
      </p:cViewPr>
      <p:guideLst>
        <p:guide orient="horz" pos="1207"/>
        <p:guide pos="42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1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n Armando Montiel Rodriguez" userId="ae76d48a-b847-4fb9-b2e4-cb42801dbf40" providerId="ADAL" clId="{B7BF1076-A654-4642-8B63-D95C87F24A81}"/>
    <pc:docChg chg="custSel delSld modSld">
      <pc:chgData name="Alan Armando Montiel Rodriguez" userId="ae76d48a-b847-4fb9-b2e4-cb42801dbf40" providerId="ADAL" clId="{B7BF1076-A654-4642-8B63-D95C87F24A81}" dt="2026-04-20T17:09:45.611" v="28" actId="47"/>
      <pc:docMkLst>
        <pc:docMk/>
      </pc:docMkLst>
      <pc:sldChg chg="del">
        <pc:chgData name="Alan Armando Montiel Rodriguez" userId="ae76d48a-b847-4fb9-b2e4-cb42801dbf40" providerId="ADAL" clId="{B7BF1076-A654-4642-8B63-D95C87F24A81}" dt="2026-04-20T17:09:45.611" v="28" actId="47"/>
        <pc:sldMkLst>
          <pc:docMk/>
          <pc:sldMk cId="1655329582" sldId="335"/>
        </pc:sldMkLst>
      </pc:sldChg>
      <pc:sldChg chg="del">
        <pc:chgData name="Alan Armando Montiel Rodriguez" userId="ae76d48a-b847-4fb9-b2e4-cb42801dbf40" providerId="ADAL" clId="{B7BF1076-A654-4642-8B63-D95C87F24A81}" dt="2026-04-20T16:42:13.364" v="0" actId="47"/>
        <pc:sldMkLst>
          <pc:docMk/>
          <pc:sldMk cId="3046342483" sldId="336"/>
        </pc:sldMkLst>
      </pc:sldChg>
      <pc:sldChg chg="del">
        <pc:chgData name="Alan Armando Montiel Rodriguez" userId="ae76d48a-b847-4fb9-b2e4-cb42801dbf40" providerId="ADAL" clId="{B7BF1076-A654-4642-8B63-D95C87F24A81}" dt="2026-04-20T16:42:16.064" v="2" actId="47"/>
        <pc:sldMkLst>
          <pc:docMk/>
          <pc:sldMk cId="3268061559" sldId="337"/>
        </pc:sldMkLst>
      </pc:sldChg>
      <pc:sldChg chg="del">
        <pc:chgData name="Alan Armando Montiel Rodriguez" userId="ae76d48a-b847-4fb9-b2e4-cb42801dbf40" providerId="ADAL" clId="{B7BF1076-A654-4642-8B63-D95C87F24A81}" dt="2026-04-20T16:42:14.856" v="1" actId="47"/>
        <pc:sldMkLst>
          <pc:docMk/>
          <pc:sldMk cId="877525331" sldId="338"/>
        </pc:sldMkLst>
      </pc:sldChg>
      <pc:sldChg chg="addSp modSp mod">
        <pc:chgData name="Alan Armando Montiel Rodriguez" userId="ae76d48a-b847-4fb9-b2e4-cb42801dbf40" providerId="ADAL" clId="{B7BF1076-A654-4642-8B63-D95C87F24A81}" dt="2026-04-20T16:42:50.514" v="27" actId="20577"/>
        <pc:sldMkLst>
          <pc:docMk/>
          <pc:sldMk cId="2446368473" sldId="339"/>
        </pc:sldMkLst>
        <pc:spChg chg="add mod">
          <ac:chgData name="Alan Armando Montiel Rodriguez" userId="ae76d48a-b847-4fb9-b2e4-cb42801dbf40" providerId="ADAL" clId="{B7BF1076-A654-4642-8B63-D95C87F24A81}" dt="2026-04-20T16:42:50.514" v="27" actId="20577"/>
          <ac:spMkLst>
            <pc:docMk/>
            <pc:sldMk cId="2446368473" sldId="339"/>
            <ac:spMk id="4" creationId="{E40C804D-71BB-100F-5389-39C77948218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4CBE95B6-1726-4B96-99DC-751B3B32B572}" type="datetimeFigureOut">
              <a:rPr lang="es-MX"/>
              <a:pPr>
                <a:defRPr/>
              </a:pPr>
              <a:t>20/04/2026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MX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MX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06D6B6BD-39DC-4F30-9EAC-0E892D2821E2}" type="slidenum">
              <a:rPr lang="es-MX"/>
              <a:pPr>
                <a:defRPr/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23386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8587" y="152401"/>
            <a:ext cx="8959743" cy="563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09600" y="996438"/>
            <a:ext cx="10972800" cy="52482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747B8ED-E459-4CDA-83F4-F6A0799667B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10572927"/>
              </p:ext>
            </p:extLst>
          </p:nvPr>
        </p:nvGraphicFramePr>
        <p:xfrm>
          <a:off x="0" y="6685262"/>
          <a:ext cx="12192000" cy="304800"/>
        </p:xfrm>
        <a:graphic>
          <a:graphicData uri="http://schemas.openxmlformats.org/drawingml/2006/table">
            <a:tbl>
              <a:tblPr firstRow="1" firstCol="1" bandRow="1"/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28">
                <a:tc>
                  <a:txBody>
                    <a:bodyPr/>
                    <a:lstStyle/>
                    <a:p>
                      <a:pPr algn="ctr"/>
                      <a:r>
                        <a:rPr lang="es-MX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SOLUCIONES INTEGRALES EN FIRE &amp; GAS S.A. de C.V.                                                                                                 </a:t>
                      </a:r>
                      <a:r>
                        <a:rPr lang="it-IT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Boulevard Leandro Rovirosa No. 508  Col. Buenavista C.P. 86357  Comalcalco, Tabasco</a:t>
                      </a:r>
                    </a:p>
                    <a:p>
                      <a:pPr algn="ctr"/>
                      <a:endParaRPr lang="es-MX" sz="1000" b="0" dirty="0">
                        <a:effectLst/>
                        <a:latin typeface="Candara" panose="020E0502030303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C4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C55DE836-7916-4421-8BEB-B6D85E1D3A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8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9A1D302-8A22-4620-AF69-43D7223D18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A27F049-DEC0-4C12-991A-8091B7E27E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53" y="204448"/>
            <a:ext cx="1800000" cy="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7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3392" y="152401"/>
            <a:ext cx="9019833" cy="563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241427"/>
            <a:ext cx="53848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241427"/>
            <a:ext cx="53848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C8832B3-F729-4B1E-80E1-4858EA86D56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6303503"/>
              </p:ext>
            </p:extLst>
          </p:nvPr>
        </p:nvGraphicFramePr>
        <p:xfrm>
          <a:off x="0" y="6685262"/>
          <a:ext cx="12192000" cy="152400"/>
        </p:xfrm>
        <a:graphic>
          <a:graphicData uri="http://schemas.openxmlformats.org/drawingml/2006/table">
            <a:tbl>
              <a:tblPr firstRow="1" firstCol="1" bandRow="1"/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28">
                <a:tc>
                  <a:txBody>
                    <a:bodyPr/>
                    <a:lstStyle/>
                    <a:p>
                      <a:pPr algn="ctr"/>
                      <a:r>
                        <a:rPr lang="es-MX" sz="100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SOLUCIONES INTEGRALES EN FIRE &amp; GAS S.A. de C.V.               Calle: Circuito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Marsan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No. 184, Colonia Lomas de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Angelópolis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San Andrés Cholula, Puebla.  CP. 72830</a:t>
                      </a:r>
                      <a:endParaRPr lang="es-MX" sz="1000" b="0" dirty="0">
                        <a:effectLst/>
                        <a:latin typeface="Candara" panose="020E0502030303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C4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A4B855D5-080B-46FE-BED9-81EC66F28C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6029C19-87FD-4E83-80C7-9085C1E079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53" y="204448"/>
            <a:ext cx="1800000" cy="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3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24942"/>
            <a:ext cx="8998731" cy="639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2" y="1070198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2" y="1709960"/>
            <a:ext cx="5386917" cy="4527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9" y="1070198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9" y="1709960"/>
            <a:ext cx="5389033" cy="4527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1648BAF-9424-4FCA-913D-822E0723374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6303503"/>
              </p:ext>
            </p:extLst>
          </p:nvPr>
        </p:nvGraphicFramePr>
        <p:xfrm>
          <a:off x="0" y="6685262"/>
          <a:ext cx="12192000" cy="152400"/>
        </p:xfrm>
        <a:graphic>
          <a:graphicData uri="http://schemas.openxmlformats.org/drawingml/2006/table">
            <a:tbl>
              <a:tblPr firstRow="1" firstCol="1" bandRow="1"/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28">
                <a:tc>
                  <a:txBody>
                    <a:bodyPr/>
                    <a:lstStyle/>
                    <a:p>
                      <a:pPr algn="ctr"/>
                      <a:r>
                        <a:rPr lang="es-MX" sz="100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SOLUCIONES INTEGRALES EN FIRE &amp; GAS S.A. de C.V.               Calle: Circuito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Marsan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No. 184, Colonia Lomas de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Angelópolis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San Andrés Cholula, Puebla.  CP. 72830</a:t>
                      </a:r>
                      <a:endParaRPr lang="es-MX" sz="1000" b="0" dirty="0">
                        <a:effectLst/>
                        <a:latin typeface="Candara" panose="020E0502030303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C4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1C522021-DFC7-48BD-89D2-7FCFF5EAFA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337B24A-60A8-43AF-BCF4-2B55B5556E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53" y="204448"/>
            <a:ext cx="1800000" cy="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4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07368" y="152401"/>
            <a:ext cx="9073008" cy="563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CD7058-6053-44DE-8294-899DA27B71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891664D-813B-44BB-AA8C-908DA19680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53" y="204448"/>
            <a:ext cx="1800000" cy="531633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6D77B4D-ED11-4622-B237-EAE5FFFB7F6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07293941"/>
              </p:ext>
            </p:extLst>
          </p:nvPr>
        </p:nvGraphicFramePr>
        <p:xfrm>
          <a:off x="0" y="6685262"/>
          <a:ext cx="12192000" cy="152400"/>
        </p:xfrm>
        <a:graphic>
          <a:graphicData uri="http://schemas.openxmlformats.org/drawingml/2006/table">
            <a:tbl>
              <a:tblPr firstRow="1" firstCol="1" bandRow="1"/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28">
                <a:tc>
                  <a:txBody>
                    <a:bodyPr/>
                    <a:lstStyle/>
                    <a:p>
                      <a:pPr algn="ctr"/>
                      <a:r>
                        <a:rPr lang="es-MX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SOLUCIONES INTEGRALES EN FIRE &amp; GAS S.A. de C.V.                                                                                             Boulevard Leandro Rovirosa 508 Colonia Buena Vista C.P. 863, Comalcalco Tabasco</a:t>
                      </a:r>
                      <a:endParaRPr lang="es-MX" sz="1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C4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8EA3868-3005-4A80-A442-3702D53D8ED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6303503"/>
              </p:ext>
            </p:extLst>
          </p:nvPr>
        </p:nvGraphicFramePr>
        <p:xfrm>
          <a:off x="0" y="6685262"/>
          <a:ext cx="12192000" cy="152400"/>
        </p:xfrm>
        <a:graphic>
          <a:graphicData uri="http://schemas.openxmlformats.org/drawingml/2006/table">
            <a:tbl>
              <a:tblPr firstRow="1" firstCol="1" bandRow="1"/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28">
                <a:tc>
                  <a:txBody>
                    <a:bodyPr/>
                    <a:lstStyle/>
                    <a:p>
                      <a:pPr algn="ctr"/>
                      <a:r>
                        <a:rPr lang="es-MX" sz="100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SOLUCIONES INTEGRALES EN FIRE &amp; GAS S.A. de C.V.               Calle: Circuito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Marsan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No. 184, Colonia Lomas de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Angelópolis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San Andrés Cholula, Puebla.  CP. 72830</a:t>
                      </a:r>
                      <a:endParaRPr lang="es-MX" sz="1000" b="0" dirty="0">
                        <a:effectLst/>
                        <a:latin typeface="Candara" panose="020E0502030303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C4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2635FD7-E64F-4A0E-88D9-513807ED36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D6F5B04-BFC9-4A41-9E7B-F145619456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53" y="204448"/>
            <a:ext cx="1800000" cy="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9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2" y="898798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4" y="980728"/>
            <a:ext cx="6815668" cy="5145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2" y="2060848"/>
            <a:ext cx="4011084" cy="406531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6BAF7FA-7F41-43AC-868F-BF5747D91A8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6303503"/>
              </p:ext>
            </p:extLst>
          </p:nvPr>
        </p:nvGraphicFramePr>
        <p:xfrm>
          <a:off x="0" y="6685262"/>
          <a:ext cx="12192000" cy="152400"/>
        </p:xfrm>
        <a:graphic>
          <a:graphicData uri="http://schemas.openxmlformats.org/drawingml/2006/table">
            <a:tbl>
              <a:tblPr firstRow="1" firstCol="1" bandRow="1"/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28">
                <a:tc>
                  <a:txBody>
                    <a:bodyPr/>
                    <a:lstStyle/>
                    <a:p>
                      <a:pPr algn="ctr"/>
                      <a:r>
                        <a:rPr lang="es-MX" sz="100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SOLUCIONES INTEGRALES EN FIRE &amp; GAS S.A. de C.V.               Calle: Circuito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Marsan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No. 184, Colonia Lomas de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Angelópolis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San Andrés Cholula, Puebla.  CP. 72830</a:t>
                      </a:r>
                      <a:endParaRPr lang="es-MX" sz="1000" b="0" dirty="0">
                        <a:effectLst/>
                        <a:latin typeface="Candara" panose="020E0502030303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C4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B570A8F3-D6A7-4BDD-82B0-365D1E9DC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F312A0E-916C-4700-8BB9-E9966C18D1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53" y="204448"/>
            <a:ext cx="1800000" cy="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1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55440" y="4800601"/>
            <a:ext cx="1008112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MX" dirty="0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055440" y="1052735"/>
            <a:ext cx="10081120" cy="36748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055440" y="5367339"/>
            <a:ext cx="1008112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1E1EB6BC-C688-4B73-9279-FDCFF768980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6303503"/>
              </p:ext>
            </p:extLst>
          </p:nvPr>
        </p:nvGraphicFramePr>
        <p:xfrm>
          <a:off x="0" y="6685262"/>
          <a:ext cx="12192000" cy="152400"/>
        </p:xfrm>
        <a:graphic>
          <a:graphicData uri="http://schemas.openxmlformats.org/drawingml/2006/table">
            <a:tbl>
              <a:tblPr firstRow="1" firstCol="1" bandRow="1"/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28">
                <a:tc>
                  <a:txBody>
                    <a:bodyPr/>
                    <a:lstStyle/>
                    <a:p>
                      <a:pPr algn="ctr"/>
                      <a:r>
                        <a:rPr lang="es-MX" sz="100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SOLUCIONES INTEGRALES EN FIRE &amp; GAS S.A. de C.V.               Calle: Circuito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Marsan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No. 184, Colonia Lomas de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Angelópolis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San Andrés Cholula, Puebla.  CP. 72830</a:t>
                      </a:r>
                      <a:endParaRPr lang="es-MX" sz="1000" b="0" dirty="0">
                        <a:effectLst/>
                        <a:latin typeface="Candara" panose="020E0502030303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C4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8C187D3D-E0F7-4B5E-A8DE-6A0A1BC588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F269822-15F5-4160-A524-3AE9558976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53" y="204448"/>
            <a:ext cx="1800000" cy="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2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3392" y="152401"/>
            <a:ext cx="8984939" cy="563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 dirty="0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67343AC-7286-475D-BD46-327DFCA08B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6303503"/>
              </p:ext>
            </p:extLst>
          </p:nvPr>
        </p:nvGraphicFramePr>
        <p:xfrm>
          <a:off x="0" y="6685262"/>
          <a:ext cx="12192000" cy="152400"/>
        </p:xfrm>
        <a:graphic>
          <a:graphicData uri="http://schemas.openxmlformats.org/drawingml/2006/table">
            <a:tbl>
              <a:tblPr firstRow="1" firstCol="1" bandRow="1"/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28">
                <a:tc>
                  <a:txBody>
                    <a:bodyPr/>
                    <a:lstStyle/>
                    <a:p>
                      <a:pPr algn="ctr"/>
                      <a:r>
                        <a:rPr lang="es-MX" sz="100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SOLUCIONES INTEGRALES EN FIRE &amp; GAS S.A. de C.V.               Calle: Circuito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Marsan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No. 184, Colonia Lomas de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Angelópolis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San Andrés Cholula, Puebla.  CP. 72830</a:t>
                      </a:r>
                      <a:endParaRPr lang="es-MX" sz="1000" b="0" dirty="0">
                        <a:effectLst/>
                        <a:latin typeface="Candara" panose="020E0502030303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C4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4CCFAED6-98E8-4023-89A2-A6F5AE3961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C7B1EB8-4997-47EC-BAB0-8F787039BE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53" y="204448"/>
            <a:ext cx="1800000" cy="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2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13800" y="1052736"/>
            <a:ext cx="2768601" cy="54369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 dirty="0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08002" y="1052736"/>
            <a:ext cx="8102601" cy="543696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D100246-46A2-4053-A0DA-93A2F09C0CB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6303503"/>
              </p:ext>
            </p:extLst>
          </p:nvPr>
        </p:nvGraphicFramePr>
        <p:xfrm>
          <a:off x="0" y="6685262"/>
          <a:ext cx="12192000" cy="152400"/>
        </p:xfrm>
        <a:graphic>
          <a:graphicData uri="http://schemas.openxmlformats.org/drawingml/2006/table">
            <a:tbl>
              <a:tblPr firstRow="1" firstCol="1" bandRow="1"/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28">
                <a:tc>
                  <a:txBody>
                    <a:bodyPr/>
                    <a:lstStyle/>
                    <a:p>
                      <a:pPr algn="ctr"/>
                      <a:r>
                        <a:rPr lang="es-MX" sz="100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SOLUCIONES INTEGRALES EN FIRE &amp; GAS S.A. de C.V.               Calle: Circuito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Marsan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No. 184, Colonia Lomas de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Angelópolis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San Andrés Cholula, Puebla.  CP. 72830</a:t>
                      </a:r>
                      <a:endParaRPr lang="es-MX" sz="1000" b="0" dirty="0">
                        <a:effectLst/>
                        <a:latin typeface="Candara" panose="020E0502030303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C4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1 Título">
            <a:extLst>
              <a:ext uri="{FF2B5EF4-FFF2-40B4-BE49-F238E27FC236}">
                <a16:creationId xmlns:a16="http://schemas.microsoft.com/office/drawing/2014/main" id="{90C31D1C-0C9F-41FF-96A3-EABCD8F57C92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08002" y="152402"/>
            <a:ext cx="9855198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es-ES" kern="0" dirty="0"/>
              <a:t>Haga clic para modificar el estilo de título del patrón</a:t>
            </a:r>
            <a:endParaRPr lang="es-MX" kern="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D6A632A-81A7-40FB-B069-76628611E2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2970EF7-DD7F-4F86-93D7-3349772C2B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53" y="204448"/>
            <a:ext cx="1800000" cy="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78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8000" y="152402"/>
            <a:ext cx="9100331" cy="563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609600" y="1241427"/>
            <a:ext cx="10972800" cy="5248275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MX" noProof="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21351CE-EE6F-471B-99B7-75D21A2E5D4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6303503"/>
              </p:ext>
            </p:extLst>
          </p:nvPr>
        </p:nvGraphicFramePr>
        <p:xfrm>
          <a:off x="0" y="6685262"/>
          <a:ext cx="12192000" cy="152400"/>
        </p:xfrm>
        <a:graphic>
          <a:graphicData uri="http://schemas.openxmlformats.org/drawingml/2006/table">
            <a:tbl>
              <a:tblPr firstRow="1" firstCol="1" bandRow="1"/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28">
                <a:tc>
                  <a:txBody>
                    <a:bodyPr/>
                    <a:lstStyle/>
                    <a:p>
                      <a:pPr algn="ctr"/>
                      <a:r>
                        <a:rPr lang="es-MX" sz="100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SOLUCIONES INTEGRALES EN FIRE &amp; GAS S.A. de C.V.               Calle: Circuito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Marsan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No. 184, Colonia Lomas de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Angelópolis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San Andrés Cholula, Puebla.  CP. 72830</a:t>
                      </a:r>
                      <a:endParaRPr lang="es-MX" sz="1000" b="0" dirty="0">
                        <a:effectLst/>
                        <a:latin typeface="Candara" panose="020E0502030303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C4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1BB6EA47-ABF8-46A1-A219-338FE45665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474D368-16E7-4F62-A88D-5E60EFA6A6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53" y="204448"/>
            <a:ext cx="1800000" cy="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0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ítulo y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52402"/>
            <a:ext cx="9753600" cy="563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2 Marcador de gráfico"/>
          <p:cNvSpPr>
            <a:spLocks noGrp="1"/>
          </p:cNvSpPr>
          <p:nvPr>
            <p:ph type="chart" idx="1"/>
          </p:nvPr>
        </p:nvSpPr>
        <p:spPr>
          <a:xfrm>
            <a:off x="609600" y="1241427"/>
            <a:ext cx="10972800" cy="5248275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s-MX" noProof="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C205F20-F9DC-4D49-B1AB-B3BC3BB2FE1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6303503"/>
              </p:ext>
            </p:extLst>
          </p:nvPr>
        </p:nvGraphicFramePr>
        <p:xfrm>
          <a:off x="0" y="6685262"/>
          <a:ext cx="12192000" cy="152400"/>
        </p:xfrm>
        <a:graphic>
          <a:graphicData uri="http://schemas.openxmlformats.org/drawingml/2006/table">
            <a:tbl>
              <a:tblPr firstRow="1" firstCol="1" bandRow="1"/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528">
                <a:tc>
                  <a:txBody>
                    <a:bodyPr/>
                    <a:lstStyle/>
                    <a:p>
                      <a:pPr algn="ctr"/>
                      <a:r>
                        <a:rPr lang="es-MX" sz="1000" kern="120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SOLUCIONES INTEGRALES EN FIRE &amp; GAS S.A. de C.V.               Calle: Circuito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Marsan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No. 184, Colonia Lomas de </a:t>
                      </a:r>
                      <a:r>
                        <a:rPr lang="es-MX" sz="1000" kern="1200" baseline="0" dirty="0" err="1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Angelópolis</a:t>
                      </a:r>
                      <a:r>
                        <a:rPr lang="es-MX" sz="1000" kern="1200" baseline="0" dirty="0">
                          <a:solidFill>
                            <a:schemeClr val="tx1"/>
                          </a:solidFill>
                          <a:effectLst/>
                          <a:latin typeface="Candara" panose="020E0502030303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San Andrés Cholula, Puebla.  CP. 72830</a:t>
                      </a:r>
                      <a:endParaRPr lang="es-MX" sz="1000" b="0" dirty="0">
                        <a:effectLst/>
                        <a:latin typeface="Candara" panose="020E0502030303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C4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85EA36B2-3CCE-4C36-A195-06887C6964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9ED09BE-2417-4C64-B4E6-2EE8CAC7D3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53" y="204448"/>
            <a:ext cx="1800000" cy="5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48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2ECF6830-B3D9-4771-AA63-42C2B5B81F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5373216"/>
            <a:ext cx="3925784" cy="1139009"/>
          </a:xfrm>
          <a:prstGeom prst="rect">
            <a:avLst/>
          </a:prstGeom>
        </p:spPr>
      </p:pic>
      <p:sp>
        <p:nvSpPr>
          <p:cNvPr id="22" name="Rectangle 15">
            <a:extLst>
              <a:ext uri="{FF2B5EF4-FFF2-40B4-BE49-F238E27FC236}">
                <a16:creationId xmlns:a16="http://schemas.microsoft.com/office/drawing/2014/main" id="{2C16168C-DE26-445C-A25F-5ADBB9B7F69D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3407995"/>
            <a:ext cx="12192000" cy="93013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s-MX" dirty="0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E4F5E4A2-9267-469F-9B7B-F760C1AEF69A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106832"/>
            <a:ext cx="12192000" cy="3514827"/>
          </a:xfrm>
          <a:prstGeom prst="rect">
            <a:avLst/>
          </a:prstGeom>
          <a:solidFill>
            <a:schemeClr val="accent3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43989551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0" y="836712"/>
            <a:ext cx="12192000" cy="93013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s-MX" dirty="0"/>
          </a:p>
        </p:txBody>
      </p:sp>
      <p:sp>
        <p:nvSpPr>
          <p:cNvPr id="1027" name="Rectangle 16"/>
          <p:cNvSpPr>
            <a:spLocks noChangeArrowheads="1"/>
          </p:cNvSpPr>
          <p:nvPr userDrawn="1"/>
        </p:nvSpPr>
        <p:spPr bwMode="white">
          <a:xfrm>
            <a:off x="0" y="1"/>
            <a:ext cx="12192000" cy="836613"/>
          </a:xfrm>
          <a:prstGeom prst="rect">
            <a:avLst/>
          </a:prstGeom>
          <a:solidFill>
            <a:schemeClr val="accent3">
              <a:lumMod val="8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s-MX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22126"/>
            <a:ext cx="109728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407368" y="152401"/>
            <a:ext cx="8831788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Haga clic para modificar el estilo de título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AC57CAC-688C-4F3B-8896-C07C349D010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225" y="58307"/>
            <a:ext cx="455034" cy="72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A8EBEA-09A8-45C0-9FE8-8EF0C6925D4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153" y="204448"/>
            <a:ext cx="1800000" cy="5316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C0F1B2-30D6-60C8-F71C-916917859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C1745F-63A9-0637-9EA5-206B9097C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40C804D-71BB-100F-5389-39C779482188}"/>
              </a:ext>
            </a:extLst>
          </p:cNvPr>
          <p:cNvSpPr txBox="1"/>
          <p:nvPr/>
        </p:nvSpPr>
        <p:spPr>
          <a:xfrm>
            <a:off x="457200" y="182880"/>
            <a:ext cx="55531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rPr lang="es-ES" dirty="0"/>
              <a:t>Hallazgos</a:t>
            </a:r>
            <a:r>
              <a:rPr dirty="0"/>
              <a:t> </a:t>
            </a:r>
            <a:r>
              <a:rPr lang="es-MX" dirty="0"/>
              <a:t>–</a:t>
            </a:r>
            <a:r>
              <a:rPr dirty="0"/>
              <a:t> </a:t>
            </a:r>
            <a:r>
              <a:rPr lang="es-ES" dirty="0"/>
              <a:t>Telemetría GPS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636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cdb2004123l">
  <a:themeElements>
    <a:clrScheme name="sample 2">
      <a:dk1>
        <a:srgbClr val="19426B"/>
      </a:dk1>
      <a:lt1>
        <a:srgbClr val="FFFFFF"/>
      </a:lt1>
      <a:dk2>
        <a:srgbClr val="008080"/>
      </a:dk2>
      <a:lt2>
        <a:srgbClr val="B2B2B2"/>
      </a:lt2>
      <a:accent1>
        <a:srgbClr val="35C9C2"/>
      </a:accent1>
      <a:accent2>
        <a:srgbClr val="398AC7"/>
      </a:accent2>
      <a:accent3>
        <a:srgbClr val="FFFFFF"/>
      </a:accent3>
      <a:accent4>
        <a:srgbClr val="14375A"/>
      </a:accent4>
      <a:accent5>
        <a:srgbClr val="AEE1DD"/>
      </a:accent5>
      <a:accent6>
        <a:srgbClr val="337DB4"/>
      </a:accent6>
      <a:hlink>
        <a:srgbClr val="8BBC00"/>
      </a:hlink>
      <a:folHlink>
        <a:srgbClr val="6D50CA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000000"/>
        </a:dk1>
        <a:lt1>
          <a:srgbClr val="FFFFFF"/>
        </a:lt1>
        <a:dk2>
          <a:srgbClr val="1640B6"/>
        </a:dk2>
        <a:lt2>
          <a:srgbClr val="B2B2B2"/>
        </a:lt2>
        <a:accent1>
          <a:srgbClr val="48BDEC"/>
        </a:accent1>
        <a:accent2>
          <a:srgbClr val="E68402"/>
        </a:accent2>
        <a:accent3>
          <a:srgbClr val="FFFFFF"/>
        </a:accent3>
        <a:accent4>
          <a:srgbClr val="000000"/>
        </a:accent4>
        <a:accent5>
          <a:srgbClr val="B1DBF4"/>
        </a:accent5>
        <a:accent6>
          <a:srgbClr val="D07702"/>
        </a:accent6>
        <a:hlink>
          <a:srgbClr val="339966"/>
        </a:hlink>
        <a:folHlink>
          <a:srgbClr val="7E88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426B"/>
        </a:dk1>
        <a:lt1>
          <a:srgbClr val="FFFFFF"/>
        </a:lt1>
        <a:dk2>
          <a:srgbClr val="008080"/>
        </a:dk2>
        <a:lt2>
          <a:srgbClr val="B2B2B2"/>
        </a:lt2>
        <a:accent1>
          <a:srgbClr val="35C9C2"/>
        </a:accent1>
        <a:accent2>
          <a:srgbClr val="398AC7"/>
        </a:accent2>
        <a:accent3>
          <a:srgbClr val="FFFFFF"/>
        </a:accent3>
        <a:accent4>
          <a:srgbClr val="14375A"/>
        </a:accent4>
        <a:accent5>
          <a:srgbClr val="AEE1DD"/>
        </a:accent5>
        <a:accent6>
          <a:srgbClr val="337DB4"/>
        </a:accent6>
        <a:hlink>
          <a:srgbClr val="8BBC00"/>
        </a:hlink>
        <a:folHlink>
          <a:srgbClr val="6D50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25095D"/>
        </a:dk1>
        <a:lt1>
          <a:srgbClr val="FFFFFF"/>
        </a:lt1>
        <a:dk2>
          <a:srgbClr val="235752"/>
        </a:dk2>
        <a:lt2>
          <a:srgbClr val="B2B2B2"/>
        </a:lt2>
        <a:accent1>
          <a:srgbClr val="DAAF34"/>
        </a:accent1>
        <a:accent2>
          <a:srgbClr val="6F9A3C"/>
        </a:accent2>
        <a:accent3>
          <a:srgbClr val="FFFFFF"/>
        </a:accent3>
        <a:accent4>
          <a:srgbClr val="1E064E"/>
        </a:accent4>
        <a:accent5>
          <a:srgbClr val="EAD4AE"/>
        </a:accent5>
        <a:accent6>
          <a:srgbClr val="648B35"/>
        </a:accent6>
        <a:hlink>
          <a:srgbClr val="8DAED9"/>
        </a:hlink>
        <a:folHlink>
          <a:srgbClr val="A8CB7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ORMATO-PRESENTACION-REV1" id="{697C8D16-4DA8-4BE9-B01D-FB95B500EB1E}" vid="{6D627555-9208-4F14-AF0A-C1B9447F69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FORMATO-PRESENTACION-REV1</Template>
  <TotalTime>10744</TotalTime>
  <Words>4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Candara</vt:lpstr>
      <vt:lpstr>Verdana</vt:lpstr>
      <vt:lpstr>Wingdings</vt:lpstr>
      <vt:lpstr>cdb2004123l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Emmanuel Mendoza Ramirez</dc:creator>
  <cp:lastModifiedBy>Alan Armando Montiel Rodriguez</cp:lastModifiedBy>
  <cp:revision>270</cp:revision>
  <dcterms:created xsi:type="dcterms:W3CDTF">2019-02-09T21:45:33Z</dcterms:created>
  <dcterms:modified xsi:type="dcterms:W3CDTF">2026-04-20T17:09:54Z</dcterms:modified>
</cp:coreProperties>
</file>